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DD73FB5-A26A-4B5B-A480-C518201676FD}">
  <a:tblStyle styleId="{0DD73FB5-A26A-4B5B-A480-C518201676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7b707abdd_0_1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7b707abdd_0_1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7b707abdd_0_16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7b707abdd_0_1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695401" y="744575"/>
            <a:ext cx="7753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Group 48</a:t>
            </a:r>
            <a:br>
              <a:rPr lang="en"/>
            </a:br>
            <a:r>
              <a:rPr b="1" lang="en" sz="6000"/>
              <a:t>Task Tracker</a:t>
            </a:r>
            <a:endParaRPr b="1" sz="6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695400" y="3277725"/>
            <a:ext cx="8136900" cy="16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By:</a:t>
            </a:r>
            <a:br>
              <a:rPr lang="en" sz="1800"/>
            </a:br>
            <a:r>
              <a:rPr lang="en" sz="1800"/>
              <a:t>Zachary Brienesse - 100921874</a:t>
            </a:r>
            <a:br>
              <a:rPr lang="en" sz="1800"/>
            </a:br>
            <a:r>
              <a:rPr lang="en" sz="1800"/>
              <a:t>Param - 100978595</a:t>
            </a:r>
            <a:br>
              <a:rPr lang="en" sz="1800"/>
            </a:br>
            <a:r>
              <a:rPr lang="en" sz="1800"/>
              <a:t>Humza - 100926654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/>
              <a:t>Web &amp; Script Programming - INFR-3120U</a:t>
            </a:r>
            <a:endParaRPr sz="1800"/>
          </a:p>
        </p:txBody>
      </p:sp>
      <p:pic>
        <p:nvPicPr>
          <p:cNvPr id="56" name="Google Shape;56;p13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7225" y="728725"/>
            <a:ext cx="2084300" cy="208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Group Task Distribution</a:t>
            </a:r>
            <a:endParaRPr b="1"/>
          </a:p>
        </p:txBody>
      </p:sp>
      <p:graphicFrame>
        <p:nvGraphicFramePr>
          <p:cNvPr id="62" name="Google Shape;62;p14"/>
          <p:cNvGraphicFramePr/>
          <p:nvPr/>
        </p:nvGraphicFramePr>
        <p:xfrm>
          <a:off x="632100" y="1334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{0DD73FB5-A26A-4B5B-A480-C518201676FD}</a:tableStyleId>
              </a:tblPr>
              <a:tblGrid>
                <a:gridCol w="3939900"/>
                <a:gridCol w="3939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Zachary Brienesse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Fix mongodb connection on render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Make a functional navigation bar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Param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Making Showcase Video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Humza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Add login, register, and logout functionality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rgbClr val="CCCCCC"/>
                          </a:solidFill>
                        </a:rPr>
                        <a:t>Making sure register and login saves and remembers</a:t>
                      </a:r>
                      <a:endParaRPr>
                        <a:solidFill>
                          <a:srgbClr val="CCCCCC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us</a:t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3392850" y="3792075"/>
            <a:ext cx="2358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Param</a:t>
            </a:r>
            <a:br>
              <a:rPr lang="en" sz="1800">
                <a:solidFill>
                  <a:schemeClr val="lt2"/>
                </a:solidFill>
              </a:rPr>
            </a:br>
            <a:r>
              <a:rPr lang="en" sz="1800">
                <a:solidFill>
                  <a:schemeClr val="lt2"/>
                </a:solidFill>
              </a:rPr>
              <a:t>Showcaser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1034550" y="3792075"/>
            <a:ext cx="2358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Zachary Brienesse</a:t>
            </a:r>
            <a:br>
              <a:rPr lang="en" sz="1800">
                <a:solidFill>
                  <a:schemeClr val="lt2"/>
                </a:solidFill>
              </a:rPr>
            </a:br>
            <a:r>
              <a:rPr lang="en" sz="1800">
                <a:solidFill>
                  <a:schemeClr val="lt2"/>
                </a:solidFill>
              </a:rPr>
              <a:t>Programmer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5751150" y="3792075"/>
            <a:ext cx="2358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Humza</a:t>
            </a:r>
            <a:br>
              <a:rPr lang="en" sz="1800">
                <a:solidFill>
                  <a:schemeClr val="lt2"/>
                </a:solidFill>
              </a:rPr>
            </a:br>
            <a:r>
              <a:rPr lang="en" sz="1800">
                <a:solidFill>
                  <a:schemeClr val="lt2"/>
                </a:solidFill>
              </a:rPr>
              <a:t>Programmer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150" y="1213525"/>
            <a:ext cx="1943100" cy="242887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2" name="Google Shape;72;p15" title="20250816_183818.png"/>
          <p:cNvPicPr preferRelativeResize="0"/>
          <p:nvPr/>
        </p:nvPicPr>
        <p:blipFill rotWithShape="1">
          <a:blip r:embed="rId4">
            <a:alphaModFix/>
          </a:blip>
          <a:srcRect b="0" l="0" r="0" t="7842"/>
          <a:stretch/>
        </p:blipFill>
        <p:spPr>
          <a:xfrm>
            <a:off x="3583678" y="1213525"/>
            <a:ext cx="1976644" cy="2428877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6471" y="1193175"/>
            <a:ext cx="1847763" cy="24695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